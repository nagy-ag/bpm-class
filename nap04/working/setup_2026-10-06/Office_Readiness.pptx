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gya\dev\school\BPA\nap04\working\setup_2026-10-06\Office_Readines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'refresh_input'!$B$1</c:f>
              <c:strCache>
                <c:ptCount val="1"/>
                <c:pt idx="0">
                  <c:v>Amount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'refresh_input'!$A$2:$A$4</c:f>
              <c:strCache>
                <c:ptCount val="3"/>
                <c:pt idx="0">
                  <c:v>Alpha</c:v>
                </c:pt>
                <c:pt idx="1">
                  <c:v>Beta</c:v>
                </c:pt>
                <c:pt idx="2">
                  <c:v>Gamma</c:v>
                </c:pt>
              </c:strCache>
            </c:strRef>
          </c:cat>
          <c:val>
            <c:numRef>
              <c:f>'refresh_input'!$B$2:$B$4</c:f>
              <c:numCache>
                <c:formatCode>General</c:formatCode>
                <c:ptCount val="3"/>
                <c:pt idx="0">
                  <c:v>15</c:v>
                </c:pt>
                <c:pt idx="1">
                  <c:v>25</c:v>
                </c:pt>
                <c:pt idx="2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74-4614-8663-EC374B92E3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40249712"/>
        <c:axId val="941550128"/>
      </c:barChart>
      <c:catAx>
        <c:axId val="1640249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941550128"/>
        <c:crosses val="autoZero"/>
        <c:auto val="1"/>
        <c:lblAlgn val="ctr"/>
        <c:lblOffset val="100"/>
        <c:noMultiLvlLbl val="0"/>
      </c:catAx>
      <c:valAx>
        <c:axId val="941550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1640249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FF49-3767-C21A-FC5E-F5C35A4F8E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4357B0-203F-D864-9298-F41FAFDFA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3C26B-E57E-C901-0473-8C4A289AE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57714-8090-4A4D-8BCF-BB73AFA8F0F6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9FADC-5CE7-934B-99F9-D147A1A0C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374D5-3E0F-DDF1-0DBE-84A54BAB3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2DBD-1967-4FE8-8D29-06A8917BC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59986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9B28D-26AD-C1A6-D2C6-8976B7307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7ABDA-4C59-70C6-7BDE-AB16D7183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BB0B3-88EA-A276-BD04-33D5BCDF5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57714-8090-4A4D-8BCF-BB73AFA8F0F6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56035-FACC-6466-8895-E7C346999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7A41C-2872-433C-1544-C60363D39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2DBD-1967-4FE8-8D29-06A8917BC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1244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95166-CCF7-7F67-7560-58DDA7990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42E2F-7281-C4C2-0492-A5D84B4E2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879FD-6D5E-096C-F072-C0567361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57714-8090-4A4D-8BCF-BB73AFA8F0F6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660F8-54ED-D0CC-F06E-F8324826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6EFE6-E34A-FC63-A078-6050A676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2DBD-1967-4FE8-8D29-06A8917BC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7557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816A2-FB72-6CA1-8A22-33BC4EC88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C3401-8226-C0A2-8A15-F909437CCB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8B2066-5FEC-CF50-8421-442EC542D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B87E9-3B43-2459-CAED-8D8D84F7D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57714-8090-4A4D-8BCF-BB73AFA8F0F6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D909D-A6FA-34A0-F809-21E4CBFE3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C8E84-5610-92F1-55B2-B82B97AAE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2DBD-1967-4FE8-8D29-06A8917BC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3421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98207-BA76-2284-0197-7BB629790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B758B-8062-290E-A349-516A8FBC3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39B08-732F-567D-802D-006F73DEF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DB685-35F8-4A21-D58B-CC37117886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4EF401-7CFC-2F02-C297-3A20218731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2F53E2-DF74-C56F-AF2D-2681634CF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57714-8090-4A4D-8BCF-BB73AFA8F0F6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6095E5-6066-AEF1-8C1C-935E9E5D7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BD973-E01F-35CD-8F9B-9E56D20D1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2DBD-1967-4FE8-8D29-06A8917BC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7744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5CC07-2D8C-45DB-0D59-621CEA44D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9F7F10-95AC-4748-D9D9-D0F17FF32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57714-8090-4A4D-8BCF-BB73AFA8F0F6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F3668-B41C-E0EE-D7BF-69C6623F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68F4CC-B97B-DDBB-ADBD-53F87080B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2DBD-1967-4FE8-8D29-06A8917BC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43527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61B69B-64DD-EA2F-1DBE-6373507B8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57714-8090-4A4D-8BCF-BB73AFA8F0F6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1090E0-E670-EE12-58F3-B389F3D2B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F08DB-AD5B-728B-BEC6-F371881CE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2DBD-1967-4FE8-8D29-06A8917BC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27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ECB83-52EC-F2FC-2705-547DA6FC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C31E5-DE1B-B42C-B7C4-4FE56BFB5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3ED42-28B3-3967-1868-22CC4C87C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C977DD-66A4-C4C9-281A-D9DBD5544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57714-8090-4A4D-8BCF-BB73AFA8F0F6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1552C-BB93-1FD5-E26E-83625ABF3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5615C-28AF-A6F6-DEE2-7DA167F11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2DBD-1967-4FE8-8D29-06A8917BC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81866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1C36-C3EF-BC53-3677-652370B5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3C1E42-8312-2CAF-AB54-8F088FAFB06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B537-C104-A214-87E1-05B4AAE86F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80F4A-9432-6B88-2007-96042F4E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57714-8090-4A4D-8BCF-BB73AFA8F0F6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0D8418-0B1C-5160-489C-0E01CBFA5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83894A-A135-935E-7989-4E2D3E5D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2DBD-1967-4FE8-8D29-06A8917BC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73829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9FDBD-83A0-268D-2FD6-530379A1B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79AB6-284C-D1EF-AA88-07DAEC85F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EA217-2A92-9BCF-2B41-D1A2BE0B2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57714-8090-4A4D-8BCF-BB73AFA8F0F6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DA674-6F4C-E3FB-8CDA-114E67777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2CE27-04C4-4C07-6596-A9A4E146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2DBD-1967-4FE8-8D29-06A8917BC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8242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19BB59-4136-DF3F-2CF2-F39369610A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F77A4-FE86-FC22-4D9E-501BAB084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A818D-5367-CE63-CCF8-AA731B4E5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57714-8090-4A4D-8BCF-BB73AFA8F0F6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ADBD8-A7E6-7502-EBFE-37E4E095C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4FFBA-9CD6-0AAE-D32A-1C2D6E295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52DBD-1967-4FE8-8D29-06A8917BC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44941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8CDB4C-9ED2-45A6-9156-121F2978A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u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7032E-1964-8F3F-57F9-EA6E45C99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u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337A5-26CF-CBCA-F47E-D9BD74B78D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57714-8090-4A4D-8BCF-BB73AFA8F0F6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67C76-1058-8887-6DF9-F31EDE3A5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C9081-3ABC-A704-9B8E-8BF9AD2AE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652DBD-1967-4FE8-8D29-06A8917BC7E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9351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6E061E-20F1-ADE6-3EF6-A6104DDB2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BPA Office </a:t>
            </a:r>
            <a:r>
              <a:rPr lang="hu-HU" dirty="0" err="1"/>
              <a:t>readiness</a:t>
            </a:r>
            <a:r>
              <a:rPr lang="hu-HU" dirty="0"/>
              <a:t> </a:t>
            </a:r>
            <a:r>
              <a:rPr lang="hu-HU" dirty="0" err="1"/>
              <a:t>verified</a:t>
            </a:r>
            <a:endParaRPr lang="hu-HU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417A7CA-144B-92D1-16B8-3B7CF2A67D68}"/>
              </a:ext>
            </a:extLst>
          </p:cNvPr>
          <p:cNvGraphicFramePr>
            <a:graphicFrameLocks/>
          </p:cNvGraphicFramePr>
          <p:nvPr/>
        </p:nvGraphicFramePr>
        <p:xfrm>
          <a:off x="3810000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33874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BPA Office readiness verified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Gabor Nagy</dc:creator>
  <cp:lastModifiedBy>Gabor Nagy</cp:lastModifiedBy>
  <cp:revision>1</cp:revision>
  <dcterms:created xsi:type="dcterms:W3CDTF">2026-10-06T16:26:47Z</dcterms:created>
  <dcterms:modified xsi:type="dcterms:W3CDTF">2026-10-06T16:32:37Z</dcterms:modified>
</cp:coreProperties>
</file>